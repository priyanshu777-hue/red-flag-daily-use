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nboarding" id="{12f37720-601f-dfe4-4c95-16e69d6cfe7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is done. Add bella@redflaghomes.in as co-host, give full access, send the invite, and you're set.
Why full access: Bella needs full permissions so she can reply to guests, change prices, block your calendar and update your listing without waiting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lla Dark">
    <p:bg>
      <p:bgPr>
        <a:solidFill>
          <a:srgbClr val="0B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Title</a:t>
            </a: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Payment done. Now let Bella take over.</a:t>
            </a:r>
            <a:endParaRPr lang="en-US" sz="4400" dirty="0"/>
          </a:p>
        </p:txBody>
      </p:sp>
      <p:sp>
        <p:nvSpPr>
          <p:cNvPr id="3" name="Divider 1-2"/>
          <p:cNvSpPr/>
          <p:nvPr/>
        </p:nvSpPr>
        <p:spPr>
          <a:xfrm>
            <a:off x="3429000" y="1554480"/>
            <a:ext cx="0" cy="452628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4" name="Divider 2-3"/>
          <p:cNvSpPr/>
          <p:nvPr/>
        </p:nvSpPr>
        <p:spPr>
          <a:xfrm>
            <a:off x="8595360" y="1554480"/>
            <a:ext cx="0" cy="452628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548640" y="14630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Step 1 heading"/>
          <p:cNvSpPr txBox="1"/>
          <p:nvPr/>
        </p:nvSpPr>
        <p:spPr>
          <a:xfrm>
            <a:off x="548640" y="2331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Payment done</a:t>
            </a:r>
            <a:endParaRPr lang="en-US" sz="2400" dirty="0"/>
          </a:p>
        </p:txBody>
      </p:sp>
      <p:sp>
        <p:nvSpPr>
          <p:cNvPr id="7" name="Step 1 body"/>
          <p:cNvSpPr txBox="1"/>
          <p:nvPr/>
        </p:nvSpPr>
        <p:spPr>
          <a:xfrm>
            <a:off x="548640" y="3154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Bella subscription is active.</a:t>
            </a:r>
            <a:endParaRPr lang="en-US" sz="1400" dirty="0"/>
          </a:p>
        </p:txBody>
      </p:sp>
      <p:sp>
        <p:nvSpPr>
          <p:cNvPr id="8" name="Tick ring"/>
          <p:cNvSpPr/>
          <p:nvPr/>
        </p:nvSpPr>
        <p:spPr>
          <a:xfrm>
            <a:off x="1005840" y="4023360"/>
            <a:ext cx="1645920" cy="1645920"/>
          </a:xfrm>
          <a:prstGeom prst="ellipse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Gold ti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389120"/>
            <a:ext cx="914400" cy="914400"/>
          </a:xfrm>
          <a:prstGeom prst="rect">
            <a:avLst/>
          </a:prstGeom>
        </p:spPr>
      </p:pic>
      <p:sp>
        <p:nvSpPr>
          <p:cNvPr id="10" name="Step 2 number"/>
          <p:cNvSpPr txBox="1"/>
          <p:nvPr/>
        </p:nvSpPr>
        <p:spPr>
          <a:xfrm>
            <a:off x="3657600" y="14630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Step 2 heading"/>
          <p:cNvSpPr txBox="1"/>
          <p:nvPr/>
        </p:nvSpPr>
        <p:spPr>
          <a:xfrm>
            <a:off x="365760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Add Bella as co-host on Airbnb</a:t>
            </a:r>
            <a:endParaRPr lang="en-US" sz="2400" dirty="0"/>
          </a:p>
        </p:txBody>
      </p:sp>
      <p:sp>
        <p:nvSpPr>
          <p:cNvPr id="12" name="Step 2 body"/>
          <p:cNvSpPr txBox="1"/>
          <p:nvPr/>
        </p:nvSpPr>
        <p:spPr>
          <a:xfrm>
            <a:off x="3657600" y="31546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Invite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bella@redflaghomes.in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 as a co-host on your listing.</a:t>
            </a:r>
            <a:endParaRPr lang="en-US" sz="14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chemeClr val="bg2"/>
                </a:solidFill>
              </a:rPr>
              <a:t>Have more than one listing? Repeat for each listing on your plan.</a:t>
            </a:r>
            <a:endParaRPr lang="en-US" sz="1400" dirty="0"/>
          </a:p>
        </p:txBody>
      </p:sp>
      <p:sp>
        <p:nvSpPr>
          <p:cNvPr id="13" name="Phone body"/>
          <p:cNvSpPr/>
          <p:nvPr/>
        </p:nvSpPr>
        <p:spPr>
          <a:xfrm>
            <a:off x="3657600" y="3840480"/>
            <a:ext cx="1645920" cy="2240280"/>
          </a:xfrm>
          <a:prstGeom prst="roundRect">
            <a:avLst>
              <a:gd name="adj" fmla="val 12222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one notch"/>
          <p:cNvSpPr/>
          <p:nvPr/>
        </p:nvSpPr>
        <p:spPr>
          <a:xfrm>
            <a:off x="4224528" y="3931920"/>
            <a:ext cx="457200" cy="731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5" name="Phone ba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4078224"/>
            <a:ext cx="146304" cy="146304"/>
          </a:xfrm>
          <a:prstGeom prst="rect">
            <a:avLst/>
          </a:prstGeom>
        </p:spPr>
      </p:pic>
      <p:sp>
        <p:nvSpPr>
          <p:cNvPr id="16" name="Phone screen title"/>
          <p:cNvSpPr txBox="1"/>
          <p:nvPr/>
        </p:nvSpPr>
        <p:spPr>
          <a:xfrm>
            <a:off x="3785616" y="426110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Permissions</a:t>
            </a:r>
            <a:endParaRPr lang="en-US" sz="1100" dirty="0"/>
          </a:p>
        </p:txBody>
      </p:sp>
      <p:sp>
        <p:nvSpPr>
          <p:cNvPr id="17" name="Option Full access"/>
          <p:cNvSpPr/>
          <p:nvPr/>
        </p:nvSpPr>
        <p:spPr>
          <a:xfrm>
            <a:off x="3785616" y="4572000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Option label Full access"/>
          <p:cNvSpPr txBox="1"/>
          <p:nvPr/>
        </p:nvSpPr>
        <p:spPr>
          <a:xfrm>
            <a:off x="3877056" y="4572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Full access</a:t>
            </a:r>
            <a:endParaRPr lang="en-US" sz="850" dirty="0"/>
          </a:p>
        </p:txBody>
      </p:sp>
      <p:sp>
        <p:nvSpPr>
          <p:cNvPr id="19" name="Radio Full access"/>
          <p:cNvSpPr/>
          <p:nvPr/>
        </p:nvSpPr>
        <p:spPr>
          <a:xfrm>
            <a:off x="4956048" y="4654296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Option Calendar and inbox"/>
          <p:cNvSpPr/>
          <p:nvPr/>
        </p:nvSpPr>
        <p:spPr>
          <a:xfrm>
            <a:off x="3785616" y="4919472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Option label Calendar and inbox"/>
          <p:cNvSpPr txBox="1"/>
          <p:nvPr/>
        </p:nvSpPr>
        <p:spPr>
          <a:xfrm>
            <a:off x="3877056" y="491947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Calendar and inbox</a:t>
            </a:r>
            <a:endParaRPr lang="en-US" sz="850" dirty="0"/>
          </a:p>
        </p:txBody>
      </p:sp>
      <p:sp>
        <p:nvSpPr>
          <p:cNvPr id="22" name="Radio Calendar and inbox"/>
          <p:cNvSpPr/>
          <p:nvPr/>
        </p:nvSpPr>
        <p:spPr>
          <a:xfrm>
            <a:off x="4956048" y="5001768"/>
            <a:ext cx="128016" cy="128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Option Calendar only"/>
          <p:cNvSpPr/>
          <p:nvPr/>
        </p:nvSpPr>
        <p:spPr>
          <a:xfrm>
            <a:off x="3785616" y="5266944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4" name="Option label Calendar only"/>
          <p:cNvSpPr txBox="1"/>
          <p:nvPr/>
        </p:nvSpPr>
        <p:spPr>
          <a:xfrm>
            <a:off x="3877056" y="526694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Calendar only</a:t>
            </a:r>
            <a:endParaRPr lang="en-US" sz="850" dirty="0"/>
          </a:p>
        </p:txBody>
      </p:sp>
      <p:sp>
        <p:nvSpPr>
          <p:cNvPr id="25" name="Radio Calendar only"/>
          <p:cNvSpPr/>
          <p:nvPr/>
        </p:nvSpPr>
        <p:spPr>
          <a:xfrm>
            <a:off x="4956048" y="5349240"/>
            <a:ext cx="128016" cy="128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Phone next button"/>
          <p:cNvSpPr/>
          <p:nvPr/>
        </p:nvSpPr>
        <p:spPr>
          <a:xfrm>
            <a:off x="3785616" y="5650992"/>
            <a:ext cx="1389888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Phone next label"/>
          <p:cNvSpPr txBox="1"/>
          <p:nvPr/>
        </p:nvSpPr>
        <p:spPr>
          <a:xfrm>
            <a:off x="3785616" y="565099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Next</a:t>
            </a:r>
            <a:endParaRPr lang="en-US" sz="900" dirty="0"/>
          </a:p>
        </p:txBody>
      </p:sp>
      <p:sp>
        <p:nvSpPr>
          <p:cNvPr id="28" name="Sub-step marker 1"/>
          <p:cNvSpPr txBox="1"/>
          <p:nvPr/>
        </p:nvSpPr>
        <p:spPr>
          <a:xfrm>
            <a:off x="5486400" y="3840480"/>
            <a:ext cx="228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</a:t>
            </a:r>
            <a:endParaRPr lang="en-US" sz="1500" dirty="0"/>
          </a:p>
        </p:txBody>
      </p:sp>
      <p:sp>
        <p:nvSpPr>
          <p:cNvPr id="29" name="Sub-step 1"/>
          <p:cNvSpPr txBox="1"/>
          <p:nvPr/>
        </p:nvSpPr>
        <p:spPr>
          <a:xfrm>
            <a:off x="5733288" y="3840480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Airbnb → Listings → select your listing</a:t>
            </a:r>
            <a:endParaRPr lang="en-US" sz="1100" dirty="0"/>
          </a:p>
        </p:txBody>
      </p:sp>
      <p:sp>
        <p:nvSpPr>
          <p:cNvPr id="30" name="Sub-step marker 2"/>
          <p:cNvSpPr txBox="1"/>
          <p:nvPr/>
        </p:nvSpPr>
        <p:spPr>
          <a:xfrm>
            <a:off x="5486400" y="4288536"/>
            <a:ext cx="228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</a:t>
            </a:r>
            <a:endParaRPr lang="en-US" sz="1500" dirty="0"/>
          </a:p>
        </p:txBody>
      </p:sp>
      <p:sp>
        <p:nvSpPr>
          <p:cNvPr id="31" name="Sub-step 2"/>
          <p:cNvSpPr txBox="1"/>
          <p:nvPr/>
        </p:nvSpPr>
        <p:spPr>
          <a:xfrm>
            <a:off x="5733288" y="4288536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Scroll to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Co-hosts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Invite a co-host</a:t>
            </a:r>
            <a:endParaRPr lang="en-US" sz="1100" dirty="0"/>
          </a:p>
        </p:txBody>
      </p:sp>
      <p:sp>
        <p:nvSpPr>
          <p:cNvPr id="32" name="Sub-step marker 3"/>
          <p:cNvSpPr txBox="1"/>
          <p:nvPr/>
        </p:nvSpPr>
        <p:spPr>
          <a:xfrm>
            <a:off x="5486400" y="4736592"/>
            <a:ext cx="228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</a:t>
            </a:r>
            <a:endParaRPr lang="en-US" sz="1500" dirty="0"/>
          </a:p>
        </p:txBody>
      </p:sp>
      <p:sp>
        <p:nvSpPr>
          <p:cNvPr id="33" name="Sub-step 3"/>
          <p:cNvSpPr txBox="1"/>
          <p:nvPr/>
        </p:nvSpPr>
        <p:spPr>
          <a:xfrm>
            <a:off x="5733288" y="4736592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Enter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bella@redflaghomes.in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Next</a:t>
            </a:r>
            <a:endParaRPr lang="en-US" sz="1100" dirty="0"/>
          </a:p>
        </p:txBody>
      </p:sp>
      <p:sp>
        <p:nvSpPr>
          <p:cNvPr id="34" name="Sub-step marker 4"/>
          <p:cNvSpPr txBox="1"/>
          <p:nvPr/>
        </p:nvSpPr>
        <p:spPr>
          <a:xfrm>
            <a:off x="5486400" y="5184648"/>
            <a:ext cx="228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</a:t>
            </a:r>
            <a:endParaRPr lang="en-US" sz="1500" dirty="0"/>
          </a:p>
        </p:txBody>
      </p:sp>
      <p:sp>
        <p:nvSpPr>
          <p:cNvPr id="35" name="Sub-step 4"/>
          <p:cNvSpPr txBox="1"/>
          <p:nvPr/>
        </p:nvSpPr>
        <p:spPr>
          <a:xfrm>
            <a:off x="5733288" y="5184648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Choose permissions: give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Full access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Next</a:t>
            </a:r>
            <a:endParaRPr lang="en-US" sz="1100" dirty="0"/>
          </a:p>
        </p:txBody>
      </p:sp>
      <p:sp>
        <p:nvSpPr>
          <p:cNvPr id="36" name="Send highlight"/>
          <p:cNvSpPr/>
          <p:nvPr/>
        </p:nvSpPr>
        <p:spPr>
          <a:xfrm>
            <a:off x="5413248" y="5614416"/>
            <a:ext cx="2953512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37" name="Sub-step marker 5"/>
          <p:cNvSpPr txBox="1"/>
          <p:nvPr/>
        </p:nvSpPr>
        <p:spPr>
          <a:xfrm>
            <a:off x="5486400" y="5632704"/>
            <a:ext cx="228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</a:t>
            </a:r>
            <a:endParaRPr lang="en-US" sz="1500" dirty="0"/>
          </a:p>
        </p:txBody>
      </p:sp>
      <p:sp>
        <p:nvSpPr>
          <p:cNvPr id="38" name="Sub-step 5"/>
          <p:cNvSpPr txBox="1"/>
          <p:nvPr/>
        </p:nvSpPr>
        <p:spPr>
          <a:xfrm>
            <a:off x="5733288" y="5632704"/>
            <a:ext cx="25877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Review and tap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Send</a:t>
            </a:r>
            <a:endParaRPr lang="en-US" sz="1100" dirty="0"/>
          </a:p>
        </p:txBody>
      </p:sp>
      <p:sp>
        <p:nvSpPr>
          <p:cNvPr id="39" name="Step 3 number"/>
          <p:cNvSpPr txBox="1"/>
          <p:nvPr/>
        </p:nvSpPr>
        <p:spPr>
          <a:xfrm>
            <a:off x="8823960" y="14630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6000" dirty="0"/>
          </a:p>
        </p:txBody>
      </p:sp>
      <p:sp>
        <p:nvSpPr>
          <p:cNvPr id="40" name="Step 3 heading"/>
          <p:cNvSpPr txBox="1"/>
          <p:nvPr/>
        </p:nvSpPr>
        <p:spPr>
          <a:xfrm>
            <a:off x="8823960" y="233172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Done. You're now set.</a:t>
            </a:r>
            <a:endParaRPr lang="en-US" sz="2400" dirty="0"/>
          </a:p>
        </p:txBody>
      </p:sp>
      <p:sp>
        <p:nvSpPr>
          <p:cNvPr id="41" name="Step 3 body"/>
          <p:cNvSpPr txBox="1"/>
          <p:nvPr/>
        </p:nvSpPr>
        <p:spPr>
          <a:xfrm>
            <a:off x="8823960" y="315468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Bella now manages your guest replies, pricing, check-ins and calendar, 24/7.</a:t>
            </a:r>
            <a:endParaRPr lang="en-US" sz="1400" dirty="0"/>
          </a:p>
        </p:txBody>
      </p:sp>
      <p:sp>
        <p:nvSpPr>
          <p:cNvPr id="42" name="Bella frame"/>
          <p:cNvSpPr/>
          <p:nvPr/>
        </p:nvSpPr>
        <p:spPr>
          <a:xfrm>
            <a:off x="9281160" y="4206240"/>
            <a:ext cx="1554480" cy="155448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43" name="Bella character placeholder (replace with art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434840"/>
            <a:ext cx="1097280" cy="1143000"/>
          </a:xfrm>
          <a:prstGeom prst="rect">
            <a:avLst/>
          </a:prstGeom>
        </p:spPr>
      </p:pic>
      <p:pic>
        <p:nvPicPr>
          <p:cNvPr id="44" name="Bella wav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069080"/>
            <a:ext cx="502920" cy="502920"/>
          </a:xfrm>
          <a:prstGeom prst="rect">
            <a:avLst/>
          </a:prstGeom>
        </p:spPr>
      </p:pic>
      <p:sp>
        <p:nvSpPr>
          <p:cNvPr id="45" name="Full access line"/>
          <p:cNvSpPr txBox="1"/>
          <p:nvPr/>
        </p:nvSpPr>
        <p:spPr>
          <a:xfrm>
            <a:off x="548640" y="6263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access lets Bella do everything for you.</a:t>
            </a:r>
            <a:endParaRPr lang="en-US" sz="1800" dirty="0"/>
          </a:p>
        </p:txBody>
      </p:sp>
      <p:pic>
        <p:nvPicPr>
          <p:cNvPr id="46" name="WhatsAp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6318504"/>
            <a:ext cx="256032" cy="256032"/>
          </a:xfrm>
          <a:prstGeom prst="rect">
            <a:avLst/>
          </a:prstGeom>
        </p:spPr>
      </p:pic>
      <p:sp>
        <p:nvSpPr>
          <p:cNvPr id="47" name="Help line"/>
          <p:cNvSpPr txBox="1"/>
          <p:nvPr/>
        </p:nvSpPr>
        <p:spPr>
          <a:xfrm>
            <a:off x="8924544" y="6263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Need help? Message us on WhatsApp.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 Flag Bella">
  <a:themeElements>
    <a:clrScheme name="Red Flag Bella">
      <a:dk1>
        <a:srgbClr val="0B0A0C"/>
      </a:dk1>
      <a:lt1>
        <a:srgbClr val="F4EFE8"/>
      </a:lt1>
      <a:dk2>
        <a:srgbClr val="17151A"/>
      </a:dk2>
      <a:lt2>
        <a:srgbClr val="8F8780"/>
      </a:lt2>
      <a:accent1>
        <a:srgbClr val="C9A66B"/>
      </a:accent1>
      <a:accent2>
        <a:srgbClr val="C8102E"/>
      </a:accent2>
      <a:accent3>
        <a:srgbClr val="A88A55"/>
      </a:accent3>
      <a:accent4>
        <a:srgbClr val="5C564F"/>
      </a:accent4>
      <a:accent5>
        <a:srgbClr val="E6D8BF"/>
      </a:accent5>
      <a:accent6>
        <a:srgbClr val="2A2630"/>
      </a:accent6>
      <a:hlink>
        <a:srgbClr val="C9A66B"/>
      </a:hlink>
      <a:folHlink>
        <a:srgbClr val="A88A55"/>
      </a:folHlink>
    </a:clrScheme>
    <a:fontScheme name="Red Flag Bella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 setup guide</dc:title>
  <dc:subject>PptxGenJS Presentation</dc:subject>
  <dc:creator>Red Flag Homes</dc:creator>
  <cp:lastModifiedBy>Red Flag Homes</cp:lastModifiedBy>
  <cp:revision>1</cp:revision>
  <dcterms:created xsi:type="dcterms:W3CDTF">2026-10-10T18:23:15Z</dcterms:created>
  <dcterms:modified xsi:type="dcterms:W3CDTF">2026-10-10T18:23:15Z</dcterms:modified>
</cp:coreProperties>
</file>